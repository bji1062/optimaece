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6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8F1"/>
    <a:srgbClr val="D16329"/>
    <a:srgbClr val="D87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32D97-DB7B-4555-A918-45AC5010C0C0}" v="1" dt="2025-12-04T11:29:10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1" d="100"/>
          <a:sy n="71" d="100"/>
        </p:scale>
        <p:origin x="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채원 서" userId="846cac025de9d2c8" providerId="LiveId" clId="{99C2C39A-B473-46CE-AE92-AF98DF915C8B}"/>
    <pc:docChg chg="undo custSel modSld">
      <pc:chgData name="채원 서" userId="846cac025de9d2c8" providerId="LiveId" clId="{99C2C39A-B473-46CE-AE92-AF98DF915C8B}" dt="2025-12-04T11:30:07.834" v="28" actId="113"/>
      <pc:docMkLst>
        <pc:docMk/>
      </pc:docMkLst>
      <pc:sldChg chg="modSp mod">
        <pc:chgData name="채원 서" userId="846cac025de9d2c8" providerId="LiveId" clId="{99C2C39A-B473-46CE-AE92-AF98DF915C8B}" dt="2025-12-04T10:58:55.542" v="12" actId="14100"/>
        <pc:sldMkLst>
          <pc:docMk/>
          <pc:sldMk cId="2623446779" sldId="256"/>
        </pc:sldMkLst>
        <pc:picChg chg="mod">
          <ac:chgData name="채원 서" userId="846cac025de9d2c8" providerId="LiveId" clId="{99C2C39A-B473-46CE-AE92-AF98DF915C8B}" dt="2025-12-04T10:58:51.663" v="11" actId="1076"/>
          <ac:picMkLst>
            <pc:docMk/>
            <pc:sldMk cId="2623446779" sldId="256"/>
            <ac:picMk id="5" creationId="{891C8458-8F33-39A5-0AFF-6C40993F47A6}"/>
          </ac:picMkLst>
        </pc:picChg>
        <pc:picChg chg="mod">
          <ac:chgData name="채원 서" userId="846cac025de9d2c8" providerId="LiveId" clId="{99C2C39A-B473-46CE-AE92-AF98DF915C8B}" dt="2025-12-04T10:58:55.542" v="12" actId="14100"/>
          <ac:picMkLst>
            <pc:docMk/>
            <pc:sldMk cId="2623446779" sldId="256"/>
            <ac:picMk id="9" creationId="{4F079BD7-F9D3-B0F3-83F8-A636C28E87A9}"/>
          </ac:picMkLst>
        </pc:picChg>
      </pc:sldChg>
      <pc:sldChg chg="modSp mod">
        <pc:chgData name="채원 서" userId="846cac025de9d2c8" providerId="LiveId" clId="{99C2C39A-B473-46CE-AE92-AF98DF915C8B}" dt="2025-12-04T10:58:40.312" v="8" actId="14100"/>
        <pc:sldMkLst>
          <pc:docMk/>
          <pc:sldMk cId="1860047338" sldId="257"/>
        </pc:sldMkLst>
        <pc:picChg chg="mod">
          <ac:chgData name="채원 서" userId="846cac025de9d2c8" providerId="LiveId" clId="{99C2C39A-B473-46CE-AE92-AF98DF915C8B}" dt="2025-12-04T10:58:40.312" v="8" actId="14100"/>
          <ac:picMkLst>
            <pc:docMk/>
            <pc:sldMk cId="1860047338" sldId="257"/>
            <ac:picMk id="5" creationId="{D1ADBC9C-19D4-427A-9700-67266D119507}"/>
          </ac:picMkLst>
        </pc:picChg>
      </pc:sldChg>
      <pc:sldChg chg="modSp mod">
        <pc:chgData name="채원 서" userId="846cac025de9d2c8" providerId="LiveId" clId="{99C2C39A-B473-46CE-AE92-AF98DF915C8B}" dt="2025-12-04T10:59:13.539" v="14" actId="1076"/>
        <pc:sldMkLst>
          <pc:docMk/>
          <pc:sldMk cId="3776586860" sldId="258"/>
        </pc:sldMkLst>
        <pc:picChg chg="mod">
          <ac:chgData name="채원 서" userId="846cac025de9d2c8" providerId="LiveId" clId="{99C2C39A-B473-46CE-AE92-AF98DF915C8B}" dt="2025-12-04T10:59:13.539" v="14" actId="1076"/>
          <ac:picMkLst>
            <pc:docMk/>
            <pc:sldMk cId="3776586860" sldId="258"/>
            <ac:picMk id="11" creationId="{0010A70A-B026-7B79-E4F5-39E61B68F8E0}"/>
          </ac:picMkLst>
        </pc:picChg>
      </pc:sldChg>
      <pc:sldChg chg="delSp modSp mod">
        <pc:chgData name="채원 서" userId="846cac025de9d2c8" providerId="LiveId" clId="{99C2C39A-B473-46CE-AE92-AF98DF915C8B}" dt="2025-12-04T11:30:07.834" v="28" actId="113"/>
        <pc:sldMkLst>
          <pc:docMk/>
          <pc:sldMk cId="1218625467" sldId="259"/>
        </pc:sldMkLst>
        <pc:spChg chg="mod">
          <ac:chgData name="채원 서" userId="846cac025de9d2c8" providerId="LiveId" clId="{99C2C39A-B473-46CE-AE92-AF98DF915C8B}" dt="2025-12-04T11:29:37.014" v="16" actId="1076"/>
          <ac:spMkLst>
            <pc:docMk/>
            <pc:sldMk cId="1218625467" sldId="259"/>
            <ac:spMk id="8" creationId="{4ACEB6B6-E89B-EAE5-6E1C-8E38B7799971}"/>
          </ac:spMkLst>
        </pc:spChg>
        <pc:spChg chg="mod">
          <ac:chgData name="채원 서" userId="846cac025de9d2c8" providerId="LiveId" clId="{99C2C39A-B473-46CE-AE92-AF98DF915C8B}" dt="2025-12-04T11:30:07.834" v="28" actId="113"/>
          <ac:spMkLst>
            <pc:docMk/>
            <pc:sldMk cId="1218625467" sldId="259"/>
            <ac:spMk id="10" creationId="{62B644E4-36AA-F328-89F1-C6EDC819DE5F}"/>
          </ac:spMkLst>
        </pc:spChg>
        <pc:spChg chg="mod">
          <ac:chgData name="채원 서" userId="846cac025de9d2c8" providerId="LiveId" clId="{99C2C39A-B473-46CE-AE92-AF98DF915C8B}" dt="2025-12-04T11:29:54.974" v="24" actId="113"/>
          <ac:spMkLst>
            <pc:docMk/>
            <pc:sldMk cId="1218625467" sldId="259"/>
            <ac:spMk id="11" creationId="{9BC2A613-A4F7-06F3-0816-0AED9B10D0B1}"/>
          </ac:spMkLst>
        </pc:spChg>
        <pc:spChg chg="mod">
          <ac:chgData name="채원 서" userId="846cac025de9d2c8" providerId="LiveId" clId="{99C2C39A-B473-46CE-AE92-AF98DF915C8B}" dt="2025-12-04T11:29:57.014" v="25" actId="113"/>
          <ac:spMkLst>
            <pc:docMk/>
            <pc:sldMk cId="1218625467" sldId="259"/>
            <ac:spMk id="12" creationId="{2FCDEAA5-5294-B765-C980-76321C54AF1D}"/>
          </ac:spMkLst>
        </pc:spChg>
        <pc:spChg chg="mod">
          <ac:chgData name="채원 서" userId="846cac025de9d2c8" providerId="LiveId" clId="{99C2C39A-B473-46CE-AE92-AF98DF915C8B}" dt="2025-12-04T11:30:00.457" v="26" actId="113"/>
          <ac:spMkLst>
            <pc:docMk/>
            <pc:sldMk cId="1218625467" sldId="259"/>
            <ac:spMk id="13" creationId="{365F7708-4F61-3C5C-8F41-57CC91B5D376}"/>
          </ac:spMkLst>
        </pc:spChg>
        <pc:spChg chg="mod">
          <ac:chgData name="채원 서" userId="846cac025de9d2c8" providerId="LiveId" clId="{99C2C39A-B473-46CE-AE92-AF98DF915C8B}" dt="2025-12-04T11:30:01.774" v="27" actId="113"/>
          <ac:spMkLst>
            <pc:docMk/>
            <pc:sldMk cId="1218625467" sldId="259"/>
            <ac:spMk id="14" creationId="{37D29FDC-B1D9-27FE-2B54-69B58659A854}"/>
          </ac:spMkLst>
        </pc:spChg>
        <pc:picChg chg="mod">
          <ac:chgData name="채원 서" userId="846cac025de9d2c8" providerId="LiveId" clId="{99C2C39A-B473-46CE-AE92-AF98DF915C8B}" dt="2025-12-04T10:58:23.393" v="3" actId="1076"/>
          <ac:picMkLst>
            <pc:docMk/>
            <pc:sldMk cId="1218625467" sldId="259"/>
            <ac:picMk id="5" creationId="{BFCB513C-FD6A-246A-A4D7-167064AC9161}"/>
          </ac:picMkLst>
        </pc:picChg>
        <pc:picChg chg="mod">
          <ac:chgData name="채원 서" userId="846cac025de9d2c8" providerId="LiveId" clId="{99C2C39A-B473-46CE-AE92-AF98DF915C8B}" dt="2025-12-04T10:58:14.637" v="1" actId="1076"/>
          <ac:picMkLst>
            <pc:docMk/>
            <pc:sldMk cId="1218625467" sldId="259"/>
            <ac:picMk id="7" creationId="{3563EB25-2774-21F2-3C15-110CA4CF6148}"/>
          </ac:picMkLst>
        </pc:picChg>
        <pc:picChg chg="del mod">
          <ac:chgData name="채원 서" userId="846cac025de9d2c8" providerId="LiveId" clId="{99C2C39A-B473-46CE-AE92-AF98DF915C8B}" dt="2025-12-04T11:29:42.476" v="17" actId="478"/>
          <ac:picMkLst>
            <pc:docMk/>
            <pc:sldMk cId="1218625467" sldId="259"/>
            <ac:picMk id="16" creationId="{0E827BD5-CDB7-A343-505E-1BD9527234F9}"/>
          </ac:picMkLst>
        </pc:picChg>
        <pc:picChg chg="del">
          <ac:chgData name="채원 서" userId="846cac025de9d2c8" providerId="LiveId" clId="{99C2C39A-B473-46CE-AE92-AF98DF915C8B}" dt="2025-12-04T11:29:43.388" v="18" actId="478"/>
          <ac:picMkLst>
            <pc:docMk/>
            <pc:sldMk cId="1218625467" sldId="259"/>
            <ac:picMk id="17" creationId="{AC32B607-D5A7-0080-C2F8-211F09F4C491}"/>
          </ac:picMkLst>
        </pc:picChg>
        <pc:picChg chg="del">
          <ac:chgData name="채원 서" userId="846cac025de9d2c8" providerId="LiveId" clId="{99C2C39A-B473-46CE-AE92-AF98DF915C8B}" dt="2025-12-04T11:29:46.892" v="20" actId="478"/>
          <ac:picMkLst>
            <pc:docMk/>
            <pc:sldMk cId="1218625467" sldId="259"/>
            <ac:picMk id="18" creationId="{BF0227EB-75F6-4162-EDA9-888F13476234}"/>
          </ac:picMkLst>
        </pc:picChg>
        <pc:picChg chg="del">
          <ac:chgData name="채원 서" userId="846cac025de9d2c8" providerId="LiveId" clId="{99C2C39A-B473-46CE-AE92-AF98DF915C8B}" dt="2025-12-04T11:29:45.437" v="19" actId="478"/>
          <ac:picMkLst>
            <pc:docMk/>
            <pc:sldMk cId="1218625467" sldId="259"/>
            <ac:picMk id="19" creationId="{766BF490-80EB-9C73-8113-D3870D68B680}"/>
          </ac:picMkLst>
        </pc:picChg>
        <pc:picChg chg="del">
          <ac:chgData name="채원 서" userId="846cac025de9d2c8" providerId="LiveId" clId="{99C2C39A-B473-46CE-AE92-AF98DF915C8B}" dt="2025-12-04T11:29:47.744" v="21" actId="478"/>
          <ac:picMkLst>
            <pc:docMk/>
            <pc:sldMk cId="1218625467" sldId="259"/>
            <ac:picMk id="20" creationId="{4DE60D73-9518-EA16-154B-8063CF9918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E6ED6-CB68-EBCC-0507-F5FDFDF01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E95A05-47B3-3D4E-FAAB-959072362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643F-4293-C127-42AC-0D263815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8167B3-4961-0173-6FD4-025E656E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06BE7C-CFEF-705C-15A0-CB4F55A9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09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C535D-F04D-06AD-72A6-D1371E2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684EB-4CCF-1EFA-340B-81CDA5C4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A7201-F5F4-871C-AF9B-C2B35AEC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A58FA0-9235-D556-F1E4-4400515A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5DDC8E-3B6F-F66B-E867-2B2A83DC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9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A81DF-0FA7-18E7-170D-76DC0D0D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C8F135-16AD-7335-EA09-9BAA0F82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3A2269-B2EE-E209-CD84-C63401FE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894CB-DD88-9152-8868-A1417C05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9958F-4807-1BEC-2FD6-6290CB26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59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A09A0-A588-EF10-180A-8CADD3A9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A94243-F60F-5EF1-E7BD-3195DEE9B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340DD8-F863-4F8D-40A0-75125CEE4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EEFB36-B69A-737F-C401-0E07E37B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9451C6-394F-9306-0151-46AAD62E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572719-237A-8216-66D5-485072FC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2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D1024-A836-EE9E-8457-CF8D3527C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D1C1C5-3792-1F65-1C3D-A592CBB9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59FC48-B470-F531-9920-6065F5574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CD4D01-1F2B-711C-29BA-70DC89FA8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B8B3EB-F161-7E8A-0507-B03C106F5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62BB22-B4FF-959E-2DEA-A5154039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FB6F2-9FCC-0614-747B-C6CC7522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471078-2C2F-105A-C073-E9885DCB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65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051EB-F076-15F8-48DB-6A4474EA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E5C223-CACB-55B8-BFE9-4EE0437C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7C927B-12E1-C304-779E-B948177D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321085-0E59-7345-60C8-965C1A16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60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19F27A-B840-0A6E-AD00-D5D3F720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3125D1-07E2-A191-BEDC-41BA5192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52EEE-7824-DD5C-6C04-BC9DC15F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05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8DF14-9A94-3DC7-B060-1F72F7D7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C57C3E-EF74-9FB4-F255-8B72DEFD1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9C80EA-1850-0930-CBA4-7495A59D7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80B774-4380-0A7A-4231-63D91C39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48DEF4-E026-FF77-D585-84145FAD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4C152D-60C3-1955-7FFF-4B251A99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1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37D88-1917-5B06-9411-EA4F34754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DFFF75-0DA9-2186-B59A-C9626E7FE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399BC7-8FE2-DBB6-EA99-B84A83DBC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87E20-EAD7-74E5-173F-E660F9B4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248DFC-2972-5524-DAF1-419F6415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D47057-10CF-4573-D49C-A961DA9C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4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4B9EA-4D9E-9217-1EF6-5AD04C26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31543D-E513-F8F2-7EEC-95FA0658D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C46E15-C3DE-641F-E180-E4F90278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0CB733-DC8F-9653-3D48-07119522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386084-8118-5091-3AA1-BA9C8C52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249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922E95-004A-D6BC-1CCD-FEF80645B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6EEAB5-C4D8-9277-C4A4-E5B479750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16B67B-0173-0836-5988-A094985C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3CF29-B1FC-8770-2B69-F005396A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ECA68A-CEF3-193E-E149-3722E596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14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756ABD-62DC-17CC-4394-CA8C369D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B62AA3-3382-A460-F4CD-DE24CF46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05381-BDD7-1D70-FBCF-ED985E476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06F40-BF81-4D56-8002-3364FE06F9D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D0280-1226-E174-8167-912874319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083A5-D21B-0B17-DA98-C8B3390D9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7DA72-B8CD-4EDF-9325-265FA68D2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54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CB513C-FD6A-246A-A4D7-167064AC9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293" y="404331"/>
            <a:ext cx="7137779" cy="32112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63EB25-2774-21F2-3C15-110CA4CF6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6" y="66601"/>
            <a:ext cx="3930555" cy="303953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ACEB6B6-E89B-EAE5-6E1C-8E38B7799971}"/>
              </a:ext>
            </a:extLst>
          </p:cNvPr>
          <p:cNvSpPr/>
          <p:nvPr/>
        </p:nvSpPr>
        <p:spPr>
          <a:xfrm>
            <a:off x="1967551" y="1178206"/>
            <a:ext cx="8582167" cy="53249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C85A9-24B0-2405-D121-FB11BBC34253}"/>
              </a:ext>
            </a:extLst>
          </p:cNvPr>
          <p:cNvSpPr txBox="1"/>
          <p:nvPr/>
        </p:nvSpPr>
        <p:spPr>
          <a:xfrm>
            <a:off x="4877486" y="1351526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혹시 이런 상황이신가요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62B644E4-36AA-F328-89F1-C6EDC819DE5F}"/>
              </a:ext>
            </a:extLst>
          </p:cNvPr>
          <p:cNvSpPr/>
          <p:nvPr/>
        </p:nvSpPr>
        <p:spPr>
          <a:xfrm>
            <a:off x="2288275" y="1856971"/>
            <a:ext cx="6373504" cy="614149"/>
          </a:xfrm>
          <a:prstGeom prst="wedgeRoundRectCallout">
            <a:avLst>
              <a:gd name="adj1" fmla="val -43978"/>
              <a:gd name="adj2" fmla="val 80809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느린 쿼리 때문에 사용자 불만이 계속 들어오는데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해결방법을 모르겠어요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9BC2A613-A4F7-06F3-0816-0AED9B10D0B1}"/>
              </a:ext>
            </a:extLst>
          </p:cNvPr>
          <p:cNvSpPr/>
          <p:nvPr/>
        </p:nvSpPr>
        <p:spPr>
          <a:xfrm>
            <a:off x="3973773" y="2678841"/>
            <a:ext cx="6373504" cy="614149"/>
          </a:xfrm>
          <a:prstGeom prst="wedgeRoundRectCallout">
            <a:avLst>
              <a:gd name="adj1" fmla="val 38035"/>
              <a:gd name="adj2" fmla="val 7636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유지보수 계약은 없지만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단 </a:t>
            </a:r>
            <a:r>
              <a:rPr lang="en-US" altLang="ko-KR" sz="1400" b="1" dirty="0">
                <a:solidFill>
                  <a:schemeClr val="bg1"/>
                </a:solidFill>
              </a:rPr>
              <a:t>1~2</a:t>
            </a:r>
            <a:r>
              <a:rPr lang="ko-KR" altLang="en-US" sz="1400" b="1" dirty="0">
                <a:solidFill>
                  <a:schemeClr val="bg1"/>
                </a:solidFill>
              </a:rPr>
              <a:t>개 쿼리만 급하게 튜닝하고 싶어요</a:t>
            </a: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2FCDEAA5-5294-B765-C980-76321C54AF1D}"/>
              </a:ext>
            </a:extLst>
          </p:cNvPr>
          <p:cNvSpPr/>
          <p:nvPr/>
        </p:nvSpPr>
        <p:spPr>
          <a:xfrm>
            <a:off x="2288275" y="3500711"/>
            <a:ext cx="6373504" cy="614149"/>
          </a:xfrm>
          <a:prstGeom prst="wedgeRoundRectCallout">
            <a:avLst>
              <a:gd name="adj1" fmla="val -43978"/>
              <a:gd name="adj2" fmla="val 80809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프리랜서 튜너를 고용하기엔 비용이 부담스러워요 </a:t>
            </a:r>
            <a:r>
              <a:rPr lang="en-US" altLang="ko-KR" sz="1400" b="1" dirty="0">
                <a:solidFill>
                  <a:schemeClr val="bg1"/>
                </a:solidFill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</a:rPr>
              <a:t>최소 한 달</a:t>
            </a:r>
            <a:r>
              <a:rPr lang="en-US" altLang="ko-KR" sz="1400" b="1" dirty="0">
                <a:solidFill>
                  <a:schemeClr val="bg1"/>
                </a:solidFill>
              </a:rPr>
              <a:t>)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365F7708-4F61-3C5C-8F41-57CC91B5D376}"/>
              </a:ext>
            </a:extLst>
          </p:cNvPr>
          <p:cNvSpPr/>
          <p:nvPr/>
        </p:nvSpPr>
        <p:spPr>
          <a:xfrm>
            <a:off x="3973773" y="4389417"/>
            <a:ext cx="6373504" cy="614149"/>
          </a:xfrm>
          <a:prstGeom prst="wedgeRoundRectCallout">
            <a:avLst>
              <a:gd name="adj1" fmla="val 38035"/>
              <a:gd name="adj2" fmla="val 7636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내부 </a:t>
            </a:r>
            <a:r>
              <a:rPr lang="en-US" altLang="ko-KR" sz="1400" b="1" dirty="0">
                <a:solidFill>
                  <a:schemeClr val="bg1"/>
                </a:solidFill>
              </a:rPr>
              <a:t>DBA</a:t>
            </a:r>
            <a:r>
              <a:rPr lang="ko-KR" altLang="en-US" sz="1400" b="1" dirty="0">
                <a:solidFill>
                  <a:schemeClr val="bg1"/>
                </a:solidFill>
              </a:rPr>
              <a:t>는 다른 업무로 바쁘거나</a:t>
            </a:r>
            <a:r>
              <a:rPr lang="en-US" altLang="ko-KR" sz="1400" b="1" dirty="0">
                <a:solidFill>
                  <a:schemeClr val="bg1"/>
                </a:solidFill>
              </a:rPr>
              <a:t>, SQL </a:t>
            </a:r>
            <a:r>
              <a:rPr lang="ko-KR" altLang="en-US" sz="1400" b="1" dirty="0">
                <a:solidFill>
                  <a:schemeClr val="bg1"/>
                </a:solidFill>
              </a:rPr>
              <a:t>튜닝 경험이 부족해요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37D29FDC-B1D9-27FE-2B54-69B58659A854}"/>
              </a:ext>
            </a:extLst>
          </p:cNvPr>
          <p:cNvSpPr/>
          <p:nvPr/>
        </p:nvSpPr>
        <p:spPr>
          <a:xfrm>
            <a:off x="2288275" y="5115134"/>
            <a:ext cx="6373504" cy="614149"/>
          </a:xfrm>
          <a:prstGeom prst="wedgeRoundRectCallout">
            <a:avLst>
              <a:gd name="adj1" fmla="val -43978"/>
              <a:gd name="adj2" fmla="val 80809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엔지니어와 방문 일정을 조율하고 기다릴 시간이 없어요</a:t>
            </a:r>
          </a:p>
        </p:txBody>
      </p:sp>
    </p:spTree>
    <p:extLst>
      <p:ext uri="{BB962C8B-B14F-4D97-AF65-F5344CB8AC3E}">
        <p14:creationId xmlns:p14="http://schemas.microsoft.com/office/powerpoint/2010/main" val="121862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1ADBC9C-19D4-427A-9700-67266D11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1" y="124329"/>
            <a:ext cx="4037125" cy="2757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455B5B-4F13-6C5E-B4BD-E529A7FCEB3E}"/>
              </a:ext>
            </a:extLst>
          </p:cNvPr>
          <p:cNvSpPr txBox="1"/>
          <p:nvPr/>
        </p:nvSpPr>
        <p:spPr>
          <a:xfrm>
            <a:off x="8359253" y="2026692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개 박스 글씨 볼드처리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2ABF92-54F4-574D-6801-6E8C10E37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520" y="931681"/>
            <a:ext cx="8099453" cy="55329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F60033-0074-2E20-23B0-AEEC4B6227D9}"/>
              </a:ext>
            </a:extLst>
          </p:cNvPr>
          <p:cNvSpPr txBox="1"/>
          <p:nvPr/>
        </p:nvSpPr>
        <p:spPr>
          <a:xfrm>
            <a:off x="5774926" y="3653290"/>
            <a:ext cx="4951997" cy="276999"/>
          </a:xfrm>
          <a:prstGeom prst="rect">
            <a:avLst/>
          </a:prstGeom>
          <a:solidFill>
            <a:srgbClr val="D87640"/>
          </a:solidFill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bg1"/>
                </a:solidFill>
              </a:rPr>
              <a:t>“</a:t>
            </a:r>
            <a:r>
              <a:rPr lang="ko-KR" altLang="en-US" sz="1200" b="1" i="1" dirty="0">
                <a:solidFill>
                  <a:schemeClr val="bg1"/>
                </a:solidFill>
              </a:rPr>
              <a:t>프리랜서는 최소 </a:t>
            </a:r>
            <a:r>
              <a:rPr lang="en-US" altLang="ko-KR" sz="1200" b="1" i="1" dirty="0">
                <a:solidFill>
                  <a:schemeClr val="bg1"/>
                </a:solidFill>
              </a:rPr>
              <a:t>1</a:t>
            </a:r>
            <a:r>
              <a:rPr lang="ko-KR" altLang="en-US" sz="1200" b="1" i="1" dirty="0">
                <a:solidFill>
                  <a:schemeClr val="bg1"/>
                </a:solidFill>
              </a:rPr>
              <a:t>개월 계약인데 저는 단 몇 건만 해결하고 싶어요</a:t>
            </a:r>
            <a:r>
              <a:rPr lang="en-US" altLang="ko-KR" sz="1200" b="1" i="1" dirty="0">
                <a:solidFill>
                  <a:schemeClr val="bg1"/>
                </a:solidFill>
              </a:rPr>
              <a:t>.”</a:t>
            </a:r>
            <a:endParaRPr lang="ko-KR" altLang="en-US" sz="1200" b="1" i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06576A-E398-1561-C859-309C976D5362}"/>
              </a:ext>
            </a:extLst>
          </p:cNvPr>
          <p:cNvSpPr txBox="1"/>
          <p:nvPr/>
        </p:nvSpPr>
        <p:spPr>
          <a:xfrm>
            <a:off x="6722591" y="4586992"/>
            <a:ext cx="2893741" cy="276999"/>
          </a:xfrm>
          <a:prstGeom prst="rect">
            <a:avLst/>
          </a:prstGeom>
          <a:solidFill>
            <a:srgbClr val="D87640"/>
          </a:solidFill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bg1"/>
                </a:solidFill>
              </a:rPr>
              <a:t>“</a:t>
            </a:r>
            <a:r>
              <a:rPr lang="ko-KR" altLang="en-US" sz="1200" b="1" i="1" dirty="0" err="1">
                <a:solidFill>
                  <a:schemeClr val="bg1"/>
                </a:solidFill>
              </a:rPr>
              <a:t>비용때문에</a:t>
            </a:r>
            <a:r>
              <a:rPr lang="ko-KR" altLang="en-US" sz="1200" b="1" i="1" dirty="0">
                <a:solidFill>
                  <a:schemeClr val="bg1"/>
                </a:solidFill>
              </a:rPr>
              <a:t> 그냥 참고 쓰고 있어요</a:t>
            </a:r>
            <a:r>
              <a:rPr lang="en-US" altLang="ko-KR" sz="1200" b="1" i="1" dirty="0">
                <a:solidFill>
                  <a:schemeClr val="bg1"/>
                </a:solidFill>
              </a:rPr>
              <a:t>…”</a:t>
            </a:r>
            <a:endParaRPr lang="ko-KR" altLang="en-US" sz="1200" b="1" i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988B4-A9AD-4688-0161-52A96A75C487}"/>
              </a:ext>
            </a:extLst>
          </p:cNvPr>
          <p:cNvSpPr txBox="1"/>
          <p:nvPr/>
        </p:nvSpPr>
        <p:spPr>
          <a:xfrm>
            <a:off x="5955263" y="5633931"/>
            <a:ext cx="4652236" cy="584775"/>
          </a:xfrm>
          <a:prstGeom prst="rect">
            <a:avLst/>
          </a:prstGeom>
          <a:solidFill>
            <a:srgbClr val="D16329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이 문제를 </a:t>
            </a:r>
            <a:r>
              <a:rPr lang="ko-KR" altLang="en-US" sz="1600" b="1" dirty="0"/>
              <a:t>겪어본 사람</a:t>
            </a:r>
            <a:r>
              <a:rPr lang="ko-KR" altLang="en-US" sz="1400" b="1" dirty="0">
                <a:solidFill>
                  <a:schemeClr val="bg1"/>
                </a:solidFill>
              </a:rPr>
              <a:t>만이</a:t>
            </a:r>
            <a:r>
              <a:rPr lang="ko-KR" altLang="en-US" sz="1600" b="1" dirty="0"/>
              <a:t> 진짜 해결</a:t>
            </a:r>
            <a:r>
              <a:rPr lang="ko-KR" altLang="en-US" sz="1400" b="1" dirty="0">
                <a:solidFill>
                  <a:schemeClr val="bg1"/>
                </a:solidFill>
              </a:rPr>
              <a:t>할 수 있습니다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b="1" dirty="0">
                <a:solidFill>
                  <a:schemeClr val="bg1"/>
                </a:solidFill>
              </a:rPr>
              <a:t>그래서 </a:t>
            </a:r>
            <a:r>
              <a:rPr lang="en-US" altLang="ko-KR" sz="1600" b="1" dirty="0" err="1"/>
              <a:t>Optimaece</a:t>
            </a:r>
            <a:r>
              <a:rPr lang="ko-KR" altLang="en-US" sz="1400" b="1" dirty="0">
                <a:solidFill>
                  <a:schemeClr val="bg1"/>
                </a:solidFill>
              </a:rPr>
              <a:t>를 만들었습니다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CF93A8-2B88-F3B0-618E-38430A456B29}"/>
              </a:ext>
            </a:extLst>
          </p:cNvPr>
          <p:cNvSpPr/>
          <p:nvPr/>
        </p:nvSpPr>
        <p:spPr>
          <a:xfrm>
            <a:off x="5511136" y="2634715"/>
            <a:ext cx="5479576" cy="6612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1B2D1-CD9A-6CC9-E7AB-B2191CD2EBFF}"/>
              </a:ext>
            </a:extLst>
          </p:cNvPr>
          <p:cNvSpPr txBox="1"/>
          <p:nvPr/>
        </p:nvSpPr>
        <p:spPr>
          <a:xfrm>
            <a:off x="5748251" y="2833952"/>
            <a:ext cx="5222003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“</a:t>
            </a:r>
            <a:r>
              <a:rPr lang="ko-KR" altLang="en-US" sz="1200" b="1" dirty="0">
                <a:solidFill>
                  <a:schemeClr val="bg1"/>
                </a:solidFill>
              </a:rPr>
              <a:t>이 쿼리 하나만 튜닝하면 되는데</a:t>
            </a:r>
            <a:r>
              <a:rPr lang="en-US" altLang="ko-KR" sz="1200" b="1" dirty="0">
                <a:solidFill>
                  <a:schemeClr val="bg1"/>
                </a:solidFill>
              </a:rPr>
              <a:t>… </a:t>
            </a:r>
            <a:r>
              <a:rPr lang="ko-KR" altLang="en-US" sz="1200" b="1" dirty="0">
                <a:solidFill>
                  <a:schemeClr val="bg1"/>
                </a:solidFill>
              </a:rPr>
              <a:t>유지보수 계약은 너무 비싸요</a:t>
            </a:r>
            <a:r>
              <a:rPr lang="en-US" altLang="ko-KR" sz="1200" b="1" dirty="0">
                <a:solidFill>
                  <a:schemeClr val="bg1"/>
                </a:solidFill>
              </a:rPr>
              <a:t>.”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04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1C8458-8F33-39A5-0AFF-6C40993F4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142" y="115684"/>
            <a:ext cx="4372747" cy="30855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079BD7-F9D3-B0F3-83F8-A636C28E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6" y="0"/>
            <a:ext cx="7209304" cy="428729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9D0BD84-9288-ADED-9C99-EA09E054FA62}"/>
              </a:ext>
            </a:extLst>
          </p:cNvPr>
          <p:cNvSpPr/>
          <p:nvPr/>
        </p:nvSpPr>
        <p:spPr>
          <a:xfrm>
            <a:off x="4145284" y="1856095"/>
            <a:ext cx="7144603" cy="4503762"/>
          </a:xfrm>
          <a:prstGeom prst="rect">
            <a:avLst/>
          </a:prstGeom>
          <a:solidFill>
            <a:srgbClr val="FDF8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81973-8005-403D-6455-6FB51183C652}"/>
              </a:ext>
            </a:extLst>
          </p:cNvPr>
          <p:cNvSpPr txBox="1"/>
          <p:nvPr/>
        </p:nvSpPr>
        <p:spPr>
          <a:xfrm>
            <a:off x="5198436" y="2015614"/>
            <a:ext cx="5161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해결책은 이미 준비되어 있습니다</a:t>
            </a:r>
            <a:r>
              <a:rPr lang="en-US" altLang="ko-KR" b="1" dirty="0"/>
              <a:t>. - </a:t>
            </a:r>
            <a:r>
              <a:rPr lang="en-US" altLang="ko-KR" b="1" dirty="0" err="1"/>
              <a:t>Optimaece</a:t>
            </a:r>
            <a:endParaRPr lang="ko-KR" altLang="en-US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B99E1FD-380F-E507-2160-F34402FD7CE5}"/>
              </a:ext>
            </a:extLst>
          </p:cNvPr>
          <p:cNvSpPr/>
          <p:nvPr/>
        </p:nvSpPr>
        <p:spPr>
          <a:xfrm>
            <a:off x="4636603" y="2681785"/>
            <a:ext cx="3036626" cy="26033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엔지니어로 시작한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accent2"/>
                </a:solidFill>
              </a:rPr>
              <a:t>12</a:t>
            </a:r>
            <a:r>
              <a:rPr lang="ko-KR" altLang="en-US" sz="1400" b="1" dirty="0">
                <a:solidFill>
                  <a:schemeClr val="accent2"/>
                </a:solidFill>
              </a:rPr>
              <a:t>년 경력의 대기업 출신 </a:t>
            </a:r>
            <a:r>
              <a:rPr lang="en-US" altLang="ko-KR" sz="1400" b="1" dirty="0">
                <a:solidFill>
                  <a:schemeClr val="accent2"/>
                </a:solidFill>
              </a:rPr>
              <a:t>DBA</a:t>
            </a:r>
            <a:r>
              <a:rPr lang="ko-KR" altLang="en-US" sz="1400" dirty="0">
                <a:solidFill>
                  <a:schemeClr val="tx1"/>
                </a:solidFill>
              </a:rPr>
              <a:t>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통계학과 출신의 </a:t>
            </a:r>
            <a:r>
              <a:rPr lang="en-US" altLang="ko-KR" sz="1400" b="1" dirty="0">
                <a:solidFill>
                  <a:schemeClr val="accent2"/>
                </a:solidFill>
              </a:rPr>
              <a:t>DB </a:t>
            </a:r>
            <a:r>
              <a:rPr lang="ko-KR" altLang="en-US" sz="1400" b="1" dirty="0">
                <a:solidFill>
                  <a:schemeClr val="accent2"/>
                </a:solidFill>
              </a:rPr>
              <a:t>컨설턴트</a:t>
            </a:r>
            <a:r>
              <a:rPr lang="ko-KR" altLang="en-US" sz="1400" dirty="0">
                <a:solidFill>
                  <a:schemeClr val="tx1"/>
                </a:solidFill>
              </a:rPr>
              <a:t>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실전 경험을 기반으로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accent2"/>
                </a:solidFill>
              </a:rPr>
              <a:t>정확하고 빠르게</a:t>
            </a:r>
            <a:r>
              <a:rPr lang="ko-KR" altLang="en-US" sz="1400" dirty="0">
                <a:solidFill>
                  <a:schemeClr val="tx1"/>
                </a:solidFill>
              </a:rPr>
              <a:t> 해결합니다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502BDBA-9592-B44A-AC41-35C49985C872}"/>
              </a:ext>
            </a:extLst>
          </p:cNvPr>
          <p:cNvSpPr/>
          <p:nvPr/>
        </p:nvSpPr>
        <p:spPr>
          <a:xfrm>
            <a:off x="7862886" y="2681785"/>
            <a:ext cx="2973406" cy="7710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1C62B62-B185-389D-B8B2-0B6265205055}"/>
              </a:ext>
            </a:extLst>
          </p:cNvPr>
          <p:cNvSpPr/>
          <p:nvPr/>
        </p:nvSpPr>
        <p:spPr>
          <a:xfrm>
            <a:off x="7862887" y="3574007"/>
            <a:ext cx="2973406" cy="7710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774D89A-C56A-75A9-F8B2-A445DC983FB9}"/>
              </a:ext>
            </a:extLst>
          </p:cNvPr>
          <p:cNvSpPr/>
          <p:nvPr/>
        </p:nvSpPr>
        <p:spPr>
          <a:xfrm>
            <a:off x="7862887" y="4466229"/>
            <a:ext cx="2973406" cy="7710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C65020-1E99-F739-8EAD-B1C9171F00E1}"/>
              </a:ext>
            </a:extLst>
          </p:cNvPr>
          <p:cNvSpPr txBox="1"/>
          <p:nvPr/>
        </p:nvSpPr>
        <p:spPr>
          <a:xfrm>
            <a:off x="7974612" y="2977495"/>
            <a:ext cx="1604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24</a:t>
            </a:r>
            <a:r>
              <a:rPr lang="ko-KR" altLang="en-US" sz="1200" b="1" dirty="0"/>
              <a:t>시간 내 결과 제공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A1BE-E18B-9D34-D533-681473B5E999}"/>
              </a:ext>
            </a:extLst>
          </p:cNvPr>
          <p:cNvSpPr txBox="1"/>
          <p:nvPr/>
        </p:nvSpPr>
        <p:spPr>
          <a:xfrm>
            <a:off x="7974612" y="3821056"/>
            <a:ext cx="2536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건당 과금 </a:t>
            </a:r>
            <a:r>
              <a:rPr lang="en-US" altLang="ko-KR" sz="1200" b="1" dirty="0"/>
              <a:t>– </a:t>
            </a:r>
            <a:r>
              <a:rPr lang="ko-KR" altLang="en-US" sz="1200" b="1" dirty="0"/>
              <a:t>유지보수 계약 불필요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77337-E747-C16D-F4AB-73FCB7086BBA}"/>
              </a:ext>
            </a:extLst>
          </p:cNvPr>
          <p:cNvSpPr txBox="1"/>
          <p:nvPr/>
        </p:nvSpPr>
        <p:spPr>
          <a:xfrm>
            <a:off x="7974612" y="4712385"/>
            <a:ext cx="2861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유의미한 성능 개선 없으면 </a:t>
            </a:r>
            <a:r>
              <a:rPr lang="en-US" altLang="ko-KR" sz="1200" b="1" dirty="0"/>
              <a:t>100% </a:t>
            </a:r>
            <a:r>
              <a:rPr lang="ko-KR" altLang="en-US" sz="1200" b="1" dirty="0"/>
              <a:t>환불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D6DEB9-A0EE-DDFA-0CBF-D5DCD0C0799B}"/>
              </a:ext>
            </a:extLst>
          </p:cNvPr>
          <p:cNvSpPr txBox="1"/>
          <p:nvPr/>
        </p:nvSpPr>
        <p:spPr>
          <a:xfrm>
            <a:off x="5329882" y="5610128"/>
            <a:ext cx="4899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chemeClr val="accent2"/>
                </a:solidFill>
              </a:rPr>
              <a:t>낭비없는</a:t>
            </a:r>
            <a:r>
              <a:rPr lang="ko-KR" altLang="en-US" sz="1400" b="1" dirty="0">
                <a:solidFill>
                  <a:schemeClr val="accent2"/>
                </a:solidFill>
              </a:rPr>
              <a:t> 구조</a:t>
            </a:r>
            <a:r>
              <a:rPr lang="en-US" altLang="ko-KR" sz="1400" b="1" dirty="0">
                <a:solidFill>
                  <a:schemeClr val="accent2"/>
                </a:solidFill>
              </a:rPr>
              <a:t>, </a:t>
            </a:r>
            <a:r>
              <a:rPr lang="ko-KR" altLang="en-US" sz="1400" b="1" dirty="0">
                <a:solidFill>
                  <a:schemeClr val="accent2"/>
                </a:solidFill>
              </a:rPr>
              <a:t>필요한 만큼만</a:t>
            </a:r>
            <a:r>
              <a:rPr lang="en-US" altLang="ko-KR" sz="1400" b="1" dirty="0">
                <a:solidFill>
                  <a:schemeClr val="accent2"/>
                </a:solidFill>
              </a:rPr>
              <a:t>. </a:t>
            </a:r>
            <a:r>
              <a:rPr lang="ko-KR" altLang="en-US" sz="1400" b="1" dirty="0">
                <a:solidFill>
                  <a:schemeClr val="accent2"/>
                </a:solidFill>
              </a:rPr>
              <a:t>결과는 </a:t>
            </a:r>
            <a:r>
              <a:rPr lang="ko-KR" altLang="en-US" sz="1400" b="1" dirty="0" err="1">
                <a:solidFill>
                  <a:schemeClr val="accent2"/>
                </a:solidFill>
              </a:rPr>
              <a:t>엔터프라이즈급으로</a:t>
            </a:r>
            <a:endParaRPr lang="ko-KR" altLang="en-US" sz="1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44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010A70A-B026-7B79-E4F5-39E61B68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1" y="242750"/>
            <a:ext cx="4930203" cy="375995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F801E1-35D1-6B26-002E-0E19CA896C94}"/>
              </a:ext>
            </a:extLst>
          </p:cNvPr>
          <p:cNvSpPr/>
          <p:nvPr/>
        </p:nvSpPr>
        <p:spPr>
          <a:xfrm>
            <a:off x="4203510" y="586854"/>
            <a:ext cx="7315200" cy="4892722"/>
          </a:xfrm>
          <a:prstGeom prst="rect">
            <a:avLst/>
          </a:prstGeom>
          <a:solidFill>
            <a:srgbClr val="FDF8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83A9FB-E361-81E3-942B-83F9A09D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841" y="778265"/>
            <a:ext cx="2395872" cy="6001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CFAD44F-D4A9-7A87-EBEF-71377D8D4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11" y="1501254"/>
            <a:ext cx="2317811" cy="177420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B061FA-8A31-49BE-5360-15FF617CD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5777" y="1501253"/>
            <a:ext cx="2538880" cy="177420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01E361A-78FF-2314-5CFF-F93C29DF4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4770" y="3582539"/>
            <a:ext cx="2320894" cy="16735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B8E5178-5061-1D6C-3FB6-8DB2AB3FFE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011" y="3532205"/>
            <a:ext cx="2651693" cy="1774210"/>
          </a:xfrm>
          <a:prstGeom prst="rect">
            <a:avLst/>
          </a:prstGeom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44DED07-9F7D-863C-F489-3253BA1732CB}"/>
              </a:ext>
            </a:extLst>
          </p:cNvPr>
          <p:cNvSpPr/>
          <p:nvPr/>
        </p:nvSpPr>
        <p:spPr>
          <a:xfrm>
            <a:off x="7478973" y="2326943"/>
            <a:ext cx="286603" cy="10918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FB3176E-B74D-DB6D-9A0C-88C312BFD217}"/>
              </a:ext>
            </a:extLst>
          </p:cNvPr>
          <p:cNvSpPr/>
          <p:nvPr/>
        </p:nvSpPr>
        <p:spPr>
          <a:xfrm rot="5400000">
            <a:off x="9110023" y="3343700"/>
            <a:ext cx="286603" cy="10918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0C1C8B4A-9215-2204-534E-F3446D450E1C}"/>
              </a:ext>
            </a:extLst>
          </p:cNvPr>
          <p:cNvSpPr/>
          <p:nvPr/>
        </p:nvSpPr>
        <p:spPr>
          <a:xfrm rot="10800000">
            <a:off x="7717808" y="4241041"/>
            <a:ext cx="286603" cy="10918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58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154</Words>
  <Application>Microsoft Office PowerPoint</Application>
  <PresentationFormat>와이드스크린</PresentationFormat>
  <Paragraphs>22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채원 서</dc:creator>
  <cp:lastModifiedBy>채원 서</cp:lastModifiedBy>
  <cp:revision>2</cp:revision>
  <dcterms:created xsi:type="dcterms:W3CDTF">2025-12-03T06:01:04Z</dcterms:created>
  <dcterms:modified xsi:type="dcterms:W3CDTF">2025-12-04T11:30:14Z</dcterms:modified>
</cp:coreProperties>
</file>